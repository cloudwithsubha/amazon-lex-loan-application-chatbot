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00" r:id="rId5"/>
    <p:sldId id="260" r:id="rId6"/>
    <p:sldId id="290" r:id="rId7"/>
    <p:sldId id="302" r:id="rId8"/>
    <p:sldId id="301" r:id="rId9"/>
    <p:sldId id="271" r:id="rId10"/>
    <p:sldId id="272" r:id="rId11"/>
    <p:sldId id="273" r:id="rId12"/>
    <p:sldId id="274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28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4781" y="108731"/>
            <a:ext cx="8825658" cy="1870324"/>
          </a:xfrm>
        </p:spPr>
        <p:txBody>
          <a:bodyPr/>
          <a:lstStyle/>
          <a:p>
            <a:r>
              <a:rPr lang="en-IN" dirty="0" smtClean="0"/>
              <a:t>MINI PROJECT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3339" y="5005880"/>
            <a:ext cx="8825658" cy="861420"/>
          </a:xfrm>
        </p:spPr>
        <p:txBody>
          <a:bodyPr/>
          <a:lstStyle/>
          <a:p>
            <a:r>
              <a:rPr lang="en-IN" dirty="0" smtClean="0"/>
              <a:t>By </a:t>
            </a:r>
            <a:r>
              <a:rPr lang="en-IN" dirty="0" err="1" smtClean="0"/>
              <a:t>subashini</a:t>
            </a:r>
            <a:endParaRPr lang="en-IN" dirty="0" smtClean="0"/>
          </a:p>
          <a:p>
            <a:r>
              <a:rPr lang="en-IN" dirty="0" smtClean="0"/>
              <a:t>SEPTEMBER BATCH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854" y="2382442"/>
            <a:ext cx="3286065" cy="218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6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5313" y="1440880"/>
            <a:ext cx="9710670" cy="3329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 smtClean="0"/>
              <a:t>Definition:</a:t>
            </a:r>
            <a:r>
              <a:rPr lang="en-IN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en-IN" dirty="0" smtClean="0"/>
              <a:t>Conversational AI refers to systems that can understand and respond to human language (spoken or written) in a way that feels natural, like you're talking to a human. It combines Natural Language Understanding (NLU), dialogue management, and sometimes Automatic Speech Recognition (ASR).Use Cases: Customer support </a:t>
            </a:r>
            <a:r>
              <a:rPr lang="en-IN" dirty="0" err="1" smtClean="0"/>
              <a:t>chatbots</a:t>
            </a:r>
            <a:r>
              <a:rPr lang="en-IN" dirty="0" smtClean="0"/>
              <a:t>, voice assistants, virtual agents, IVR systems, </a:t>
            </a:r>
            <a:r>
              <a:rPr lang="en-IN" dirty="0"/>
              <a:t>and more.</a:t>
            </a:r>
          </a:p>
        </p:txBody>
      </p:sp>
    </p:spTree>
    <p:extLst>
      <p:ext uri="{BB962C8B-B14F-4D97-AF65-F5344CB8AC3E}">
        <p14:creationId xmlns:p14="http://schemas.microsoft.com/office/powerpoint/2010/main" val="300842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0498" y="858129"/>
            <a:ext cx="100021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Key Capabilities</a:t>
            </a:r>
            <a:r>
              <a:rPr lang="en-IN" b="1" dirty="0" smtClean="0"/>
              <a:t>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Intent </a:t>
            </a:r>
            <a:r>
              <a:rPr lang="en-IN" dirty="0"/>
              <a:t>Recognition</a:t>
            </a:r>
            <a:r>
              <a:rPr lang="en-IN" dirty="0" smtClean="0"/>
              <a:t>: </a:t>
            </a:r>
            <a:r>
              <a:rPr lang="en-IN" dirty="0"/>
              <a:t>Detecting what the user wants (e.g., “book appointment”, “check order status</a:t>
            </a:r>
            <a:r>
              <a:rPr lang="en-IN" dirty="0" smtClean="0"/>
              <a:t>”).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Slot </a:t>
            </a:r>
            <a:r>
              <a:rPr lang="en-IN" dirty="0"/>
              <a:t>Filling: Extracting parameters (e.g., date, time, name) from the user’s input</a:t>
            </a:r>
            <a:r>
              <a:rPr lang="en-IN" dirty="0" smtClean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Context </a:t>
            </a:r>
            <a:r>
              <a:rPr lang="en-IN" dirty="0"/>
              <a:t>Handling / Multi-turn Dialogs: Maintaining context across multiple </a:t>
            </a:r>
            <a:r>
              <a:rPr lang="en-IN" dirty="0" err="1"/>
              <a:t>messages.Fulfillment</a:t>
            </a:r>
            <a:r>
              <a:rPr lang="en-IN" dirty="0"/>
              <a:t>: </a:t>
            </a:r>
            <a:r>
              <a:rPr lang="en-IN" dirty="0" smtClean="0"/>
              <a:t>Executing </a:t>
            </a:r>
            <a:r>
              <a:rPr lang="en-IN" dirty="0"/>
              <a:t>business logic (you might call an API, or trigger a backend task</a:t>
            </a:r>
            <a:r>
              <a:rPr lang="en-IN" dirty="0" smtClean="0"/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0497" y="5089380"/>
            <a:ext cx="100021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Fulfillment: Executing business logic (you might call an API, or trigger a backend task).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37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775" y="1281112"/>
            <a:ext cx="6671256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8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4867" y="1654647"/>
            <a:ext cx="104100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4. Design &amp; </a:t>
            </a:r>
            <a:r>
              <a:rPr lang="en-IN" dirty="0" err="1"/>
              <a:t>DeploymentVisual</a:t>
            </a:r>
            <a:r>
              <a:rPr lang="en-IN" dirty="0"/>
              <a:t> Conversation Builder: A drag-and-drop interface to design conversation flows. Automated </a:t>
            </a:r>
            <a:r>
              <a:rPr lang="en-IN" dirty="0" err="1"/>
              <a:t>Chatbot</a:t>
            </a:r>
            <a:r>
              <a:rPr lang="en-IN" dirty="0"/>
              <a:t> Designer: If you have transcripts (e.g., from past customer chats), </a:t>
            </a:r>
            <a:r>
              <a:rPr lang="en-IN" dirty="0" err="1"/>
              <a:t>Lex</a:t>
            </a:r>
            <a:r>
              <a:rPr lang="en-IN" dirty="0"/>
              <a:t> can </a:t>
            </a:r>
            <a:r>
              <a:rPr lang="en-IN" dirty="0" err="1"/>
              <a:t>analyze</a:t>
            </a:r>
            <a:r>
              <a:rPr lang="en-IN" dirty="0"/>
              <a:t> them to suggest intents and design. Versioning: </a:t>
            </a:r>
            <a:r>
              <a:rPr lang="en-IN" dirty="0" err="1"/>
              <a:t>Lex</a:t>
            </a:r>
            <a:r>
              <a:rPr lang="en-IN" dirty="0"/>
              <a:t> supports versions and aliases (like “</a:t>
            </a:r>
            <a:r>
              <a:rPr lang="en-IN" dirty="0" err="1"/>
              <a:t>dev</a:t>
            </a:r>
            <a:r>
              <a:rPr lang="en-IN" dirty="0"/>
              <a:t>”, “prod”) for lifecycle management. Multi-platform Deployment: Once built, bots can be deployed to web apps, mobile apps, Facebook Messenger, Slack, </a:t>
            </a:r>
            <a:r>
              <a:rPr lang="en-IN" dirty="0" err="1"/>
              <a:t>Twilio</a:t>
            </a:r>
            <a:r>
              <a:rPr lang="en-IN" dirty="0"/>
              <a:t> SMS, and more</a:t>
            </a:r>
            <a:r>
              <a:rPr lang="en-IN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IN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039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2434" y="1733719"/>
            <a:ext cx="82424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5. Monitoring &amp; </a:t>
            </a:r>
            <a:r>
              <a:rPr lang="en-IN" dirty="0" err="1"/>
              <a:t>AnalyticsLex</a:t>
            </a:r>
            <a:r>
              <a:rPr lang="en-IN" dirty="0"/>
              <a:t> provides dashboards and metrics (e.g., intent recognition rate) so you can monitor bot performance.</a:t>
            </a:r>
          </a:p>
          <a:p>
            <a:pPr>
              <a:lnSpc>
                <a:spcPct val="200000"/>
              </a:lnSpc>
            </a:pPr>
            <a:r>
              <a:rPr lang="en-IN" dirty="0"/>
              <a:t> 6. Cost </a:t>
            </a:r>
            <a:r>
              <a:rPr lang="en-IN" dirty="0" err="1"/>
              <a:t>ModelYou</a:t>
            </a:r>
            <a:r>
              <a:rPr lang="en-IN" dirty="0"/>
              <a:t> pay for what you use: there is no upfront cost, and you are billed per request (text or speech).</a:t>
            </a:r>
          </a:p>
        </p:txBody>
      </p:sp>
    </p:spTree>
    <p:extLst>
      <p:ext uri="{BB962C8B-B14F-4D97-AF65-F5344CB8AC3E}">
        <p14:creationId xmlns:p14="http://schemas.microsoft.com/office/powerpoint/2010/main" val="332041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58" y="862885"/>
            <a:ext cx="8085386" cy="538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2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64" y="540913"/>
            <a:ext cx="8780845" cy="585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7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7" y="522178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3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5" y="564381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1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67" y="592516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6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65" y="423704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5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16" y="542586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8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51" y="774405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1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7" y="619859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1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2" y="568344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8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90" y="671374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69" y="594101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3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4" y="594101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73463" y="2967335"/>
            <a:ext cx="4245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/>
                <a:solidFill>
                  <a:schemeClr val="accent3"/>
                </a:solidFill>
              </a:rPr>
              <a:t>THANK YOU 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5807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</TotalTime>
  <Words>309</Words>
  <Application>Microsoft Office PowerPoint</Application>
  <PresentationFormat>Widescreen</PresentationFormat>
  <Paragraphs>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</vt:lpstr>
      <vt:lpstr>MINI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LEX</dc:title>
  <dc:creator>Windows User</dc:creator>
  <cp:lastModifiedBy>Windows User</cp:lastModifiedBy>
  <cp:revision>18</cp:revision>
  <dcterms:created xsi:type="dcterms:W3CDTF">2025-11-18T19:03:55Z</dcterms:created>
  <dcterms:modified xsi:type="dcterms:W3CDTF">2025-11-22T10:39:27Z</dcterms:modified>
</cp:coreProperties>
</file>